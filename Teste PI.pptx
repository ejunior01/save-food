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rgbClr val="2E6A4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Desenvolvimento</c:v>
                </c:pt>
                <c:pt idx="1">
                  <c:v>Infraestrutura/deploy/domínio</c:v>
                </c:pt>
                <c:pt idx="2">
                  <c:v>Publicação nas lojas</c:v>
                </c:pt>
                <c:pt idx="3">
                  <c:v>Divulgação inicial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60000</c:v>
                </c:pt>
                <c:pt idx="1">
                  <c:v>7150</c:v>
                </c:pt>
                <c:pt idx="2">
                  <c:v>611.32000000000005</c:v>
                </c:pt>
                <c:pt idx="3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67-024C-A4A6-61AE5134B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</c:v>
                </c:pt>
              </c:strCache>
            </c:strRef>
          </c:tx>
          <c:spPr>
            <a:solidFill>
              <a:srgbClr val="2E6A4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521380.53</c:v>
                </c:pt>
                <c:pt idx="1">
                  <c:v>707747.4</c:v>
                </c:pt>
                <c:pt idx="2">
                  <c:v>924548.4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7B-0841-9E00-4169A09505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</c:v>
                </c:pt>
              </c:strCache>
            </c:strRef>
          </c:tx>
          <c:spPr>
            <a:solidFill>
              <a:srgbClr val="C68A2E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150492</c:v>
                </c:pt>
                <c:pt idx="1">
                  <c:v>173065.8</c:v>
                </c:pt>
                <c:pt idx="2">
                  <c:v>199025.67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7B-0841-9E00-4169A09505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B84D5-CE04-FC4E-8438-39B98B6EAE05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3BE56-DA4F-0841-A6A9-0B55ECFB67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651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</a:t>
            </a:r>
            <a:endParaRPr lang="en-US" sz="1050" dirty="0"/>
          </a:p>
        </p:txBody>
      </p:sp>
      <p:pic>
        <p:nvPicPr>
          <p:cNvPr id="3" name="Image 0" descr="/mnt/data/crop_cover_pantry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5605272" cy="64739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492240" cy="6473952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49961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DespensaCerta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85800" y="241401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aplicativo para organizar alimentos, acompanhar validade e reduzir desperdícios na rotina doméstica.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" y="342900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351586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 • economia • sustentabilidade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4983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onde nasce a ideia</a:t>
            </a:r>
            <a:endParaRPr lang="en-US" sz="1050" dirty="0"/>
          </a:p>
        </p:txBody>
      </p:sp>
      <p:pic>
        <p:nvPicPr>
          <p:cNvPr id="3" name="Image 0" descr="/mnt/data/crop_problem_foodwaste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5720"/>
            <a:ext cx="5696712" cy="6428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502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21792" y="11155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correria do dia a dia, alimentos são comprados, guardados e muitas vezes esquecidos.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1627632"/>
            <a:ext cx="2377440" cy="0"/>
          </a:xfrm>
          <a:prstGeom prst="line">
            <a:avLst/>
          </a:prstGeom>
          <a:noFill/>
          <a:ln w="15240">
            <a:solidFill>
              <a:srgbClr val="C68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39112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19933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 controle da validade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22677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Produtos ficam na geladeira ou na despensa sem acompanhamento.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777240" y="2999232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9535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 repetidas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32278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Itens são comprados novamente porque ninguém lembra o que já tem em casa.</a:t>
            </a:r>
            <a:endParaRPr lang="en-US" sz="1230" dirty="0"/>
          </a:p>
        </p:txBody>
      </p:sp>
      <p:sp>
        <p:nvSpPr>
          <p:cNvPr id="13" name="Shape 10"/>
          <p:cNvSpPr/>
          <p:nvPr/>
        </p:nvSpPr>
        <p:spPr>
          <a:xfrm>
            <a:off x="777240" y="3959352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3913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Desperdício de comida e dinheiro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41879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poderia ser aproveitado acaba vencendo e indo para o lixo.</a:t>
            </a:r>
            <a:endParaRPr lang="en-US" sz="1230" dirty="0"/>
          </a:p>
        </p:txBody>
      </p:sp>
      <p:sp>
        <p:nvSpPr>
          <p:cNvPr id="16" name="Shape 13"/>
          <p:cNvSpPr/>
          <p:nvPr/>
        </p:nvSpPr>
        <p:spPr>
          <a:xfrm>
            <a:off x="777240" y="5102352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EEF4EF"/>
          </a:solidFill>
          <a:ln w="12700">
            <a:solidFill>
              <a:srgbClr val="BFD2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5221224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 não é só comprar demais: é perder controle da rotina.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resposta proposta</a:t>
            </a:r>
            <a:endParaRPr lang="en-US" sz="1050" dirty="0"/>
          </a:p>
        </p:txBody>
      </p:sp>
      <p:pic>
        <p:nvPicPr>
          <p:cNvPr id="3" name="Image 0" descr="/mnt/data/crop_clean_phone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0"/>
            <a:ext cx="5742432" cy="6473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502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solução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21792" y="11155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DespensaCerta ajuda o usuário a agir antes do desperdício acontecer.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1627632"/>
            <a:ext cx="2377440" cy="0"/>
          </a:xfrm>
          <a:prstGeom prst="line">
            <a:avLst/>
          </a:prstGeom>
          <a:noFill/>
          <a:ln w="15240">
            <a:solidFill>
              <a:srgbClr val="C68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05740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22199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 de produtos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569464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Registre os alimentos da despensa de forma simples.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205740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93592" y="222199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de validade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93592" y="2569464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Receba avisos antes do vencimento.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401568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356616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de compras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4672" y="391363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Planeje reposições sem comprar o que já existe.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429000" y="3401568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93592" y="356616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Receitas inteligentes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593592" y="391363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Aproveite melhor os alimentos disponíveis.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0749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EEF4EF"/>
          </a:solidFill>
          <a:ln w="12700">
            <a:solidFill>
              <a:srgbClr val="BFD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5193792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organização na casa, menos desperdício na rotina.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será validado no MVP</a:t>
            </a:r>
            <a:endParaRPr lang="en-US" sz="1050" dirty="0"/>
          </a:p>
        </p:txBody>
      </p:sp>
      <p:pic>
        <p:nvPicPr>
          <p:cNvPr id="3" name="Image 0" descr="/mnt/data/crop_clean_phone_wide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60120"/>
            <a:ext cx="553212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502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Funcionalidades do MVP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21792" y="11155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essenciais para demonstrar o valor do aplicativo.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1627632"/>
            <a:ext cx="2377440" cy="0"/>
          </a:xfrm>
          <a:prstGeom prst="line">
            <a:avLst/>
          </a:prstGeom>
          <a:noFill/>
          <a:ln w="15240">
            <a:solidFill>
              <a:srgbClr val="C68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20240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18745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 manual e por código de barras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51560" y="21488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rápida dos produtos.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77240" y="2624328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5786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em 30, 15 e 5 dias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51560" y="285292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Acompanhamento preventivo da validade.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77240" y="3328416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328269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 por categorias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051560" y="355701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Visualização mais clara da despensa.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77240" y="4032504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398678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Receitas com itens disponíveis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051560" y="426110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Sugestões para aproveitar o que já existe.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777240" y="4736592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469087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de compras para reposição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51560" y="496519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Planejamento mais consciente.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quem o projeto foi pensado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Público-alvo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1155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aplicativo atende pessoas que querem praticidade, controle e economia no cuidado com alimentos.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2377440" cy="0"/>
          </a:xfrm>
          <a:prstGeom prst="line">
            <a:avLst/>
          </a:prstGeom>
          <a:noFill/>
          <a:ln w="15240">
            <a:solidFill>
              <a:srgbClr val="C68A2E"/>
            </a:solidFill>
            <a:prstDash val="solid"/>
          </a:ln>
        </p:spPr>
      </p:sp>
      <p:pic>
        <p:nvPicPr>
          <p:cNvPr id="6" name="Image 0" descr="/mnt/data/crop_pantry_lifestyle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822960"/>
            <a:ext cx="393192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92024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08483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Famílias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432304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Buscam mais organização e economia na rotina alimentar.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03320" y="192024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67912" y="208483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Jovens adultos e estudantes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867912" y="2432304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Precisam controlar melhor o que compram e consomem.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2044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368503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Pessoas com rotina corrida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4672" y="4032504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Querem uma forma simples de não esquecer alimentos.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03320" y="352044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67912" y="368503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Consumidores conscientes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867912" y="4032504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Valorizam sustentabilidade e redução de desperdício.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349240"/>
            <a:ext cx="5897880" cy="502920"/>
          </a:xfrm>
          <a:prstGeom prst="roundRect">
            <a:avLst>
              <a:gd name="adj" fmla="val 10909"/>
            </a:avLst>
          </a:prstGeom>
          <a:solidFill>
            <a:srgbClr val="EEF4EF"/>
          </a:solidFill>
          <a:ln w="12700">
            <a:solidFill>
              <a:srgbClr val="BFD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5468112"/>
            <a:ext cx="5568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solução para organizar melhor o que já faz parte da casa.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Sustentação da proposta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negócio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1155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estrutura simples, escalável e voltada à geração de valor.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2377440" cy="0"/>
          </a:xfrm>
          <a:prstGeom prst="line">
            <a:avLst/>
          </a:prstGeom>
          <a:noFill/>
          <a:ln w="15240">
            <a:solidFill>
              <a:srgbClr val="C6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03120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677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gratuito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615184"/>
            <a:ext cx="2642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básico da despensa e alertas essenciais para atrair usuários.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2103120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22677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premium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82312" y="2615184"/>
            <a:ext cx="2642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extras, personalização, relatórios e experiências mais completas.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66760" y="2103120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31352" y="22677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Parcerias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31352" y="2615184"/>
            <a:ext cx="2642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Possibilidades com mercados, marcas e ações sustentáveis.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663440"/>
            <a:ext cx="10332720" cy="777240"/>
          </a:xfrm>
          <a:prstGeom prst="roundRect">
            <a:avLst>
              <a:gd name="adj" fmla="val 5882"/>
            </a:avLst>
          </a:prstGeom>
          <a:solidFill>
            <a:srgbClr val="EEF4EF"/>
          </a:solidFill>
          <a:ln w="12700">
            <a:solidFill>
              <a:srgbClr val="BF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882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de valor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488289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 organização, economia e sustentabilidade em uma única solução.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Viabilidade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Custos e investimento inicial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1155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Principais frentes de investimento para construir e validar o MVP.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2377440" cy="0"/>
          </a:xfrm>
          <a:prstGeom prst="line">
            <a:avLst/>
          </a:prstGeom>
          <a:noFill/>
          <a:ln w="15240">
            <a:solidFill>
              <a:srgbClr val="C6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005840"/>
            <a:ext cx="3977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12070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Investimento inicial total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43800" y="1481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R$ 82.761,32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0" y="2331720"/>
            <a:ext cx="397764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9C7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25420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mensal estimado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43800" y="29718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Hospedagem/VPS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9829800" y="29718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R$ 1.000,00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7543800" y="32644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Monitoramento/backup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9829800" y="32644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R$ 500,00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7543800" y="3557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9829800" y="35570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R$ 40,67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7543800" y="38496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Divulgação mensal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9829800" y="38496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R$ 6.000,00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7543800" y="41422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Manutenção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9829800" y="41422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R$ 5.000,00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543800" y="4572000"/>
            <a:ext cx="3429000" cy="347472"/>
          </a:xfrm>
          <a:prstGeom prst="roundRect">
            <a:avLst>
              <a:gd name="adj" fmla="val 21053"/>
            </a:avLst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4658868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mensal: R$ 12.540,67</a:t>
            </a:r>
            <a:endParaRPr lang="en-US" sz="11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777240" y="1965960"/>
          <a:ext cx="6126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777240" y="5285232"/>
            <a:ext cx="6126480" cy="502920"/>
          </a:xfrm>
          <a:prstGeom prst="roundRect">
            <a:avLst>
              <a:gd name="adj" fmla="val 10909"/>
            </a:avLst>
          </a:prstGeom>
          <a:solidFill>
            <a:srgbClr val="EEF4EF"/>
          </a:solidFill>
          <a:ln w="12700">
            <a:solidFill>
              <a:srgbClr val="BFD2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1832" y="5404104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investimento se concentra na construção, lançamento e validação da solução.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Viabilidade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Projeção financeira / ROI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1155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Perspectiva de crescimento e retorno da proposta.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2377440" cy="0"/>
          </a:xfrm>
          <a:prstGeom prst="line">
            <a:avLst/>
          </a:prstGeom>
          <a:noFill/>
          <a:ln w="15240">
            <a:solidFill>
              <a:srgbClr val="C68A2E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5715000" y="1874520"/>
          <a:ext cx="55778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169164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Faturamento em 12 meses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703320" y="16916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R$ 521.380,53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1993392"/>
            <a:ext cx="4526280" cy="0"/>
          </a:xfrm>
          <a:prstGeom prst="line">
            <a:avLst/>
          </a:prstGeom>
          <a:noFill/>
          <a:ln w="10160">
            <a:solidFill>
              <a:srgbClr val="E0D4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22199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acumulado em 12 meses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703320" y="2221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R$ 288.127,21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2523744"/>
            <a:ext cx="4526280" cy="0"/>
          </a:xfrm>
          <a:prstGeom prst="line">
            <a:avLst/>
          </a:prstGeom>
          <a:noFill/>
          <a:ln w="10160">
            <a:solidFill>
              <a:srgbClr val="E0D4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7523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Payback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703320" y="27523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aprox. 10º mês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3054096"/>
            <a:ext cx="4526280" cy="0"/>
          </a:xfrm>
          <a:prstGeom prst="line">
            <a:avLst/>
          </a:prstGeom>
          <a:noFill/>
          <a:ln w="10160">
            <a:solidFill>
              <a:srgbClr val="E0D4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28269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703320" y="32826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R$ 322.511,77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7240" y="3584448"/>
            <a:ext cx="4526280" cy="0"/>
          </a:xfrm>
          <a:prstGeom prst="line">
            <a:avLst/>
          </a:prstGeom>
          <a:noFill/>
          <a:ln w="10160">
            <a:solidFill>
              <a:srgbClr val="E0D4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8130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703320" y="38130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12,92%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4114800"/>
            <a:ext cx="4526280" cy="0"/>
          </a:xfrm>
          <a:prstGeom prst="line">
            <a:avLst/>
          </a:prstGeom>
          <a:noFill/>
          <a:ln w="10160">
            <a:solidFill>
              <a:srgbClr val="E0D4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3434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12 meses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703320" y="43434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5,30%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77240" y="4645152"/>
            <a:ext cx="4526280" cy="0"/>
          </a:xfrm>
          <a:prstGeom prst="line">
            <a:avLst/>
          </a:prstGeom>
          <a:noFill/>
          <a:ln w="10160">
            <a:solidFill>
              <a:srgbClr val="E0D4C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15000" y="48920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EEF4EF"/>
          </a:solidFill>
          <a:ln w="12700">
            <a:solidFill>
              <a:srgbClr val="BFD2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5166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3 anos: faturamento total de R$ 2.153.676,33 e ROI de 25,02%.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social e ambiental</a:t>
            </a:r>
            <a:endParaRPr lang="en-US" sz="1050" dirty="0"/>
          </a:p>
        </p:txBody>
      </p:sp>
      <p:pic>
        <p:nvPicPr>
          <p:cNvPr id="3" name="Image 0" descr="/mnt/data/crop_impact_food_cycle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5605272" cy="6473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502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e ODS 12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21792" y="11155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 e produção responsáveis aplicados à rotina doméstica.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1627632"/>
            <a:ext cx="2377440" cy="0"/>
          </a:xfrm>
          <a:prstGeom prst="line">
            <a:avLst/>
          </a:prstGeom>
          <a:noFill/>
          <a:ln w="15240">
            <a:solidFill>
              <a:srgbClr val="C68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65960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19202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Reduz o desperdício de alimentos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51560" y="21945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Ajuda a lembrar o que precisa ser consumido primeiro.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777240" y="2807208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7614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 economia doméstica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51560" y="30358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compras duplicadas e perdas desnecessárias.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777240" y="3648456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36027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Incentiva o consumo consciente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051560" y="38770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 organização em hábito sustentável.</a:t>
            </a:r>
            <a:endParaRPr lang="en-US" sz="1130" dirty="0"/>
          </a:p>
        </p:txBody>
      </p:sp>
      <p:sp>
        <p:nvSpPr>
          <p:cNvPr id="16" name="Shape 13"/>
          <p:cNvSpPr/>
          <p:nvPr/>
        </p:nvSpPr>
        <p:spPr>
          <a:xfrm>
            <a:off x="777240" y="4489704"/>
            <a:ext cx="146304" cy="146304"/>
          </a:xfrm>
          <a:prstGeom prst="ellipse">
            <a:avLst/>
          </a:prstGeom>
          <a:solidFill>
            <a:srgbClr val="C68A2E"/>
          </a:solidFill>
          <a:ln w="12700">
            <a:solidFill>
              <a:srgbClr val="C68A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44439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Promove responsabilidade ambiental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051560" y="47183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E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tecnologia a escolhas mais responsáveis.</a:t>
            </a:r>
            <a:endParaRPr lang="en-US" sz="1130" dirty="0"/>
          </a:p>
        </p:txBody>
      </p:sp>
      <p:sp>
        <p:nvSpPr>
          <p:cNvPr id="19" name="Shape 16"/>
          <p:cNvSpPr/>
          <p:nvPr/>
        </p:nvSpPr>
        <p:spPr>
          <a:xfrm>
            <a:off x="777240" y="525780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EF4EF"/>
          </a:solidFill>
          <a:ln w="12700">
            <a:solidFill>
              <a:srgbClr val="BFD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" y="5376672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DespensaCerta não muda só a despensa: muda a forma de consumir.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Encerramento</a:t>
            </a:r>
            <a:endParaRPr lang="en-US" sz="1050" dirty="0"/>
          </a:p>
        </p:txBody>
      </p:sp>
      <p:pic>
        <p:nvPicPr>
          <p:cNvPr id="3" name="Image 0" descr="/mnt/data/crop_close_clean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0"/>
            <a:ext cx="5559552" cy="6473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DespensaCerta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800" y="2011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2D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Mais controle na rotina. Menos desperdício. Mais economia.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3232" y="35661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6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projeto propõe uma solução simples para um problema comum: alimentos que se perdem por falta de organização.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13232" y="4709160"/>
            <a:ext cx="5212080" cy="411480"/>
          </a:xfrm>
          <a:prstGeom prst="roundRect">
            <a:avLst>
              <a:gd name="adj" fmla="val 17778"/>
            </a:avLst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796028"/>
            <a:ext cx="4992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Demonstração da ferramenta e espaço para perguntas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3F2B"/>
          </a:solidFill>
          <a:ln w="12700">
            <a:solidFill>
              <a:srgbClr val="173F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92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 de 2024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29000" y="659282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Larissa, Lucas Guedes, Paula e Edivan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320272" y="65562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DespensaCerta</dc:title>
  <dc:subject>DespensaCerta - apresentação acadêmica</dc:subject>
  <dc:creator>OpenAI</dc:creator>
  <cp:lastModifiedBy>LARISSA GOMES LAUBE</cp:lastModifiedBy>
  <cp:revision>2</cp:revision>
  <dcterms:created xsi:type="dcterms:W3CDTF">2026-05-22T00:58:17Z</dcterms:created>
  <dcterms:modified xsi:type="dcterms:W3CDTF">2026-05-22T01:09:54Z</dcterms:modified>
</cp:coreProperties>
</file>